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발표는 Claude Code의 Skill 시스템을 실제 DL 구조 파악에 어떻게 활용할 수 있는지를 실전 예시 중심으로 다룹니다. 논문 읽기부터 GitHub 코드 탐색, 아키텍처 시각화까지 이어지는 워크플로우를 보여드리겠습니다.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전체 발표는 20분이며 각 파트는 균형 있게 배분됩니다. 중간에 실제 터미널 데모 스크린샷을 활용합니다.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Skill 개념을 처음 접하는 분도 있을 수 있으니 간략히 설명합니다. SKILL.md 파일 하나로 Claude의 행동 방식을 완전히 커스터마이즈할 수 있는 구조입니다.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Skill은 단순한 프롬프트가 아닙니다. 실행 가능한 스크립트를 번들로 포함할 수 있어서, DL 코드 파싱·시각화·논문 파싱 같은 반복 작업을 완전히 자동화할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파트가 핵심입니다. 실제 Transformer 논문을 예시로 워크플로우를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 Code의 Explore 스킬과 조합하면 huggingface/transformers 레포 전체를 논문 섹션별로 매핑할 수 있습니다. Read 도구로 파일을 열고 Grep으로 구조를 파악하는 과정이 자동화됩니다.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Mamba는 CUDA 커널까지 파악해야 하는 복잡한 구조입니다. Claude Code는 selective_scan_cuda.cu 파일을 열고 논문의 병렬화 수식과 연결해서 설명해줍니다. 직접 실습해보면 효과를 체감할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파트에서는 실제 대형 DL 레포를 탐색하는 방법을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 --explore 모드나 Explore 서브에이전트를 이용하면 수천 개 파일 레포도 5분 내에 핵심 구조를 파악할 수 있습니다. Glob으로 파일 찾고 Grep으로 심볼 추적하는 패턴이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시작하는 가장 빠른 방법: HuggingFace Transformers 레포를 클론하고 Claude Code를 실행한 뒤 'BertAttention 클래스를 논문 수식과 연결해서 설명해줘'라고 입력해보세요. 5분 안에 Skill의 위력을 체감할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마지막으로 강조할 점: Claude Code Skill은 한 번 만들면 팀 전체가 쓸 수 있는 자산입니다. 여러분의 DL 탐색 워크플로우를 Skill로 패키징해서 공유해 주세요. Q&amp;A 환영합니다.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4577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57700"/>
            <a:ext cx="12188952" cy="109728"/>
          </a:xfrm>
          <a:prstGeom prst="rect">
            <a:avLst/>
          </a:prstGeom>
          <a:solidFill>
            <a:srgbClr val="0F3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9F1FA"/>
                </a:solidFill>
              </a:rPr>
              <a:t>Claude Code Skill로
Deep Learning 구조 파악하기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DDEE"/>
                </a:solidFill>
              </a:rPr>
              <a:t>논문 → 코드 → 실험까지, Claude Code Skill이 DL 엔지니어의 탐색 속도를 10배 높이는 방법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9F1FA"/>
                </a:solidFill>
              </a:rPr>
              <a:t>오늘 다룰 내용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D60"/>
                </a:solidFill>
              </a:rPr>
              <a:t>✦  Claude Code Skill = DL 논문·코드 탐색의 '자동화된 두 번째 뇌'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Part 1 — Claude Code Skill 시스템 개요 (3분)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Part 2 — DL 논문 구조 파악 워크플로우 (7분)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Part 3 — GitHub Repo 탐색 &amp; 코드-논문 매핑 (6분)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Part 4 — 실전 리소스 &amp; 시작 가이드 (4분)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A0B0"/>
                </a:solidFill>
              </a:rPr>
              <a:t>[시각 자료: 4단계 파이프라인 다이어그램: Paper → Skill → Code → Insight (좌→우 흐름 화살표)]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9F1FA"/>
                </a:solidFill>
              </a:rPr>
              <a:t>Part 1
Claude Code Skill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CDDEE"/>
                </a:solidFill>
              </a:rPr>
              <a:t>Skill은 Claude Code에 도메인 특화 워크플로우를 주입하는 '플러그인'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9F1FA"/>
                </a:solidFill>
              </a:rPr>
              <a:t>Claude Code Skill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D60"/>
                </a:solidFill>
              </a:rPr>
              <a:t>✦  SKILL.md + 번들 스크립트 = 재현 가능한 전문 워크플로우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Skill = SKILL.md (지시사항) + scripts/ + references/ + assets/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트리거: description 필드에 '언제 실행할지'를 자연어로 정의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3계층 로딩: 메타데이터(항상) → SKILL.md(트리거 시) → 번들 리소스(필요 시)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설치: /plugin 명령 또는 claude plugin install &lt;name&gt;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공식 문서: https://docs.anthropic.com/en/docs/claude-code/skills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플러그인 마켓: claude-plugins-official (GitHub)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A0B0"/>
                </a:solidFill>
              </a:rPr>
              <a:t>[시각 자료: skill-name/ 디렉토리 트리 다이어그램 — SKILL.md, scripts/, references/, assets/ 파일 구조 코드 블록 스타일]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9F1FA"/>
                </a:solidFill>
              </a:rPr>
              <a:t>Part 2
논문 → 구조 파악 워크플로우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CDDEE"/>
                </a:solidFill>
              </a:rPr>
              <a:t>arXiv PDF를 Claude Code에 넣으면 아키텍처 다이어그램까지 자동 추출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9F1FA"/>
                </a:solidFill>
              </a:rPr>
              <a:t>사례 1 — Transformer 구조 파악
(Attention Is All You Need)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D60"/>
                </a:solidFill>
              </a:rPr>
              <a:t>✦  논문 PDF → 핵심 모듈 추출 → PyTorch 코드 매핑까지 15분 내 완료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논문: Vaswani et al. (2017) — https://arxiv.org/abs/1706.03762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HuggingFace 구현: https://github.com/huggingface/transformers/blob/main/src/transformers/models/bert/modeling_bert.py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Skill 명령: '이 논문의 Multi-Head Attention을 코드로 설명해줘'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결과: Q/K/V 행렬 분해 → scaled dot-product → 코드 라인 대응 표 자동 생성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추가 활용: 논문 Figure 2 ↔ BertAttention 클래스 1:1 매핑 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A0B0"/>
                </a:solidFill>
              </a:rPr>
              <a:t>[시각 자료: 좌: 논문 Figure 2 (Transformer 구조도) | 우: BertSelfAttention 코드 스니펫 — 좌우 화살표로 대응 관계 표시]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9F1FA"/>
                </a:solidFill>
              </a:rPr>
              <a:t>사례 2 — State Space Model 구조 파악
(Mamba)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D60"/>
                </a:solidFill>
              </a:rPr>
              <a:t>✦  최신 SSM 아키텍처도 논문+코드 동시 탐색으로 핵심 이해 30분 내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논문: Gu &amp; Dao (2023) — https://arxiv.org/abs/2312.00752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공식 구현: https://github.com/state-spaces/mamba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Skill 활용: 'selective scan 메커니즘을 CUDA 커널 코드 레벨로 설명해줘'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mamba_ssm/ops/selective_scan_interface.py ↔ 논문 Algorithm 2 매핑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Claude Code Explore 에이전트가 /workspace에 마운트된 레포를 자동 탐색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A0B0"/>
                </a:solidFill>
              </a:rPr>
              <a:t>[시각 자료: 좌: 논문 Mamba 블록 다이어그램 | 우: selective_scan_interface.py 코드 + 주석 화살표 — 다크 배경에 코드 하이라이팅]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9F1FA"/>
                </a:solidFill>
              </a:rPr>
              <a:t>Part 3
GitHub Repo 탐색 &amp;
코드-논문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CDDEE"/>
                </a:solidFill>
              </a:rPr>
              <a:t>Explore 스킬 + Glob/Grep 도구 = 대규모 DL 레포도 10분 안에 전체 구조 파악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9F1FA"/>
                </a:solidFill>
              </a:rPr>
              <a:t>DL 레포 탐색 실전 워크플로우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D60"/>
                </a:solidFill>
              </a:rPr>
              <a:t>✦  질문 → Explore 에이전트 → 파일 지도 → 논문 대응 — 4단계 반복 루프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Step 1 — 레포 클론 후 Claude Code 실행: cd llama &amp;&amp; claude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Step 2 — Explore 에이전트 호출: '이 레포의 attention 구현 방식을 설명해줘'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  → Glob('**/*.py') + Grep('class.*Attention') 자동 실행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Step 3 — 논문 대응: 'LLaMA의 RoPE 구현을 Rotary PE 논문과 대조해줘'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  논문: Su et al. (2021) — https://arxiv.org/abs/2104.09864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Step 4 — 커스텀 Skill로 반복 작업 자동화 (ex: architecture-mapper skill)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LLaMA 레포: https://github.com/meta-llama/llama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A0B0"/>
                </a:solidFill>
              </a:rPr>
              <a:t>[시각 자료: 4단계 순환 다이어그램 (화살표 루프): 질문 → Explore → 파일 맵 → 논문 대응 → 다음 질문]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9F1FA"/>
                </a:solidFill>
              </a:rPr>
              <a:t>추천 리소스 &amp; 시작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D60"/>
                </a:solidFill>
              </a:rPr>
              <a:t>✦  오늘부터 시작: Claude Code + 3개 레포 + 2개 논문이면 충분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── Claude Code ──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공식 문서: https://docs.anthropic.com/en/docs/claude-code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Skill 마켓: https://github.com/anthropics/claude-code-skills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── 필수 DL 레포 (Skill로 탐색 추천) ──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HuggingFace Transformers: https://github.com/huggingface/transformers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PyTorch: https://github.com/pytorch/pytorch  |  Mamba: https://github.com/state-spaces/mamba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── 논문 (Claude Code로 코드 매핑 추천) ──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Attention Is All You Need: https://arxiv.org/abs/1706.03762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8D8E8"/>
                </a:solidFill>
              </a:rPr>
              <a:t>•  Flash Attention 2: https://arxiv.org/abs/2307.08691  |  Mamba: https://arxiv.org/abs/2312.00752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A0B0"/>
                </a:solidFill>
              </a:rPr>
              <a:t>[시각 자료: 링크 목록을 QR 코드 3개 + URL 텍스트로 배치 (Claude Docs / HuggingFace / arXiv 대표 QR)]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9F1FA"/>
                </a:solidFill>
              </a:rPr>
              <a:t>Claude Code Skill =
DL 엔지니어의 새로운 탐색 도구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56616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DDEE"/>
                </a:solidFill>
              </a:rPr>
              <a:t>논문과 코드 사이의 간극을 Skill이 메운다 — 지금 바로 시작하세요
Claude Code 설치: npm install -g @anthropic-ai/claude-code
Skill 설치: /plugin → skill 검색 → install
첫 번째 탐색: cd &lt;your-dl-repo&gt; &amp;&amp; claude
질문/피드백: https://github.com/anthropics/claude-code/issues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